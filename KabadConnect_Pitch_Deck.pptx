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KabadConnect 🗑️♻️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Empowering India's Informal Scrap Collectors</a:t>
            </a:r>
          </a:p>
          <a:p>
            <a:r>
              <a:t>Through Technology &amp; Formal Recycling Channels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D9488"/>
                </a:solidFill>
              </a:rPr>
              <a:t>The Challenge in India's E-Waste Sector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Millions of informal scrap collectors (Kabadiwalas) operate in the shadows.</a:t>
            </a:r>
          </a:p>
          <a:p>
            <a:pPr/>
            <a:r>
              <a:t>They face unsafe working conditions and lack access to formal buyers.</a:t>
            </a:r>
          </a:p>
          <a:p>
            <a:pPr/>
            <a:r>
              <a:t>Recyclers struggle to source materials consistently and meet EPR (Extended Producer Responsibility) quotas.</a:t>
            </a:r>
          </a:p>
          <a:p>
            <a:pPr/>
            <a:r>
              <a:t>No digital trail exists for the vast majority of e-waste traded.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D9488"/>
                </a:solidFill>
              </a:rPr>
              <a:t>Our Solution: KabadConnect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vernacuar, offline-first platform connecting informal collectors to authorized recyclers.</a:t>
            </a:r>
          </a:p>
          <a:p>
            <a:pPr/>
            <a:r>
              <a:t>Mobile App for Collectors: AI-powered scrap valuation, safety training, and digital handovers.</a:t>
            </a:r>
          </a:p>
          <a:p>
            <a:pPr/>
            <a:r>
              <a:t>Dashboard for Recyclers: Verify materials, manage payouts, and generate CPCB Form-6 certificates.</a:t>
            </a:r>
          </a:p>
          <a:p>
            <a:pPr/>
            <a:r>
              <a:t>ML Microservice: Predicts scrap categories and detects price anomalies.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D9488"/>
                </a:solidFill>
              </a:rPr>
              <a:t>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📷 AI Lot Creation: Photo → Category Suggestion → Instant Valuation</a:t>
            </a:r>
          </a:p>
          <a:p>
            <a:pPr/>
            <a:r>
              <a:t>🏭 Recycler Match: Finds the best rate + nearest authorized buyer</a:t>
            </a:r>
          </a:p>
          <a:p>
            <a:pPr/>
            <a:r>
              <a:t>📞 IVR Saathi: A phone-call based system for collectors without smartphones</a:t>
            </a:r>
          </a:p>
          <a:p>
            <a:pPr/>
            <a:r>
              <a:t>🌐 Offline-First: Works on 2G/no connectivity, syncs later</a:t>
            </a:r>
          </a:p>
          <a:p>
            <a:pPr/>
            <a:r>
              <a:t>🗣️ Vernacular First: Hindi and Marathi with audio-based 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D9488"/>
                </a:solidFill>
              </a:rP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React Native (Expo) Mobile App &amp; React Web Dashboard</a:t>
            </a:r>
          </a:p>
          <a:p>
            <a:pPr/>
            <a:r>
              <a:t>Backend: Node.js, Express, PostgreSQL Database</a:t>
            </a:r>
          </a:p>
          <a:p>
            <a:pPr/>
            <a:r>
              <a:t>AI/ML: Python FastAPI service (MobileNetV2, Gradient Boosting)</a:t>
            </a:r>
          </a:p>
          <a:p>
            <a:pPr/>
            <a:r>
              <a:t>Fully tested via Jest &amp; Vitest for stability and scale.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D9488"/>
                </a:solidFill>
              </a:rPr>
              <a:t>Prioritizing Health &amp; 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E-waste contains toxic elements like lead and mercury.</a:t>
            </a:r>
          </a:p>
          <a:p>
            <a:pPr/>
            <a:r>
              <a:t>KabadConnect integrates audio-visual safety cards (e.g. 'Don't burn cables').</a:t>
            </a:r>
          </a:p>
          <a:p>
            <a:pPr/>
            <a:r>
              <a:t>One-tap Emergency SOS feature (112) integrated directly in the app.</a:t>
            </a:r>
          </a:p>
          <a:p>
            <a:pPr/>
            <a:r>
              <a:t>Dignity of labor: Transparent pricing protects collectors from exploitation.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D9488"/>
                </a:solidFill>
              </a:rPr>
              <a:t>Vision &amp;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Scale across Maharashtra and North India.</a:t>
            </a:r>
          </a:p>
          <a:p>
            <a:pPr/>
            <a:r>
              <a:t>Integrate direct UPI payouts for instant settlement.</a:t>
            </a:r>
          </a:p>
          <a:p>
            <a:pPr/>
            <a:r>
              <a:t>Partner with major electronics brands for direct EPR fulfillment.</a:t>
            </a:r>
          </a:p>
          <a:p>
            <a:pPr/>
            <a:r>
              <a:t>Empower 1,000,000+ Kabadiwalas to join the formal economy.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